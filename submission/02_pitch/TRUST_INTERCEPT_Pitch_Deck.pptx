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INTERCEPT THE DECISION.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Aegis Signal Lab</a:t>
            </a:r>
            <a:br/>
            <a:r>
              <a:t>HackAI Malaysia 2026 — Track 03: Scam Defence &amp;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Scams pressure people to click, pay, reveal OTPs, install software or trust impersonators before they stop to investigate.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Detection asks: “Is this a scam?”</a:t>
            </a:r>
            <a:br/>
            <a:r>
              <a:t>Decision defence asks: “What is it trying to make me do, and what should I safely do next?”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INTAKE → EVIDENCE → HUNTER / SKEPTIC / VERIFIER → ARBITER → MANIPULATION GRAPH → COUNTERFACTUAL VERIFICATION → HUMAN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Adversarial Evidence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Hunter builds the attack case.</a:t>
            </a:r>
            <a:br/>
            <a:r>
              <a:t>Skeptic searches for benign explanations.</a:t>
            </a:r>
            <a:br/>
            <a:r>
              <a:t>Verifier identifies evidence that could overturn the conclusion.</a:t>
            </a:r>
            <a:br/>
            <a:r>
              <a:t>Disagreement is exposed, not hidden.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Manipulation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Message → fear / urgency → impersonation → requested action.</a:t>
            </a:r>
            <a:br/>
            <a:r>
              <a:t>The user sees where the decision can be interrupted.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Safe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If the message were legitimate, what independent evidence should exist?</a:t>
            </a:r>
            <a:br/>
            <a:r>
              <a:t>TRUST//INTERCEPT does not open the suspicious destination.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 Passport +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Tools • agents • evidence • decision • human approval • integrity manifest.</a:t>
            </a:r>
            <a:br/>
            <a:r>
              <a:t>Replay is read-only.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Scam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After an incident, the user receives a targeted micro-challenge based on the missed manipulation pattern.</a:t>
            </a:r>
            <a:br/>
            <a:r>
              <a:t>Detect → Learn → Resist.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Scam + legitimate + borderline + adversarial cases.</a:t>
            </a:r>
            <a:br/>
            <a:r>
              <a:t>Prompt-injection boundary.</a:t>
            </a:r>
            <a:br/>
            <a:r>
              <a:t>Unsafe network target controls.</a:t>
            </a:r>
            <a:br/>
            <a:r>
              <a:t>Offline deterministic safety floor.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3-Minute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Parcel scam → investigation → adversarial challenge → independent verification → human approval → replay → immunity.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DON’T JUST DETECT THE SCAM.</a:t>
            </a:r>
            <a:br/>
            <a:r>
              <a:t>INTERCEPT THE DECISION.</a:t>
            </a:r>
            <a:br/>
            <a:br/>
            <a:r>
              <a:t>TRUST//INTERCEPT</a:t>
            </a:r>
            <a:br/>
            <a:r>
              <a:t>Aegis Signal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