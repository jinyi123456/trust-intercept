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INTERCEPT THE DECISION.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645920"/>
            <a:ext cx="1060704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/>
            </a:pPr>
            <a:r>
              <a:t>Aegis Signal Lab</a:t>
            </a:r>
            <a:br/>
            <a:r>
              <a:t>HackAI Malaysia 2026 — Track 03: Scam Defence &amp; Awareness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645920"/>
            <a:ext cx="1060704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/>
            </a:pPr>
            <a:r>
              <a:t>Scams pressure people to click, pay, reveal OTPs, install software or trust impersonators before they stop to investigate.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Our Insight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645920"/>
            <a:ext cx="1060704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/>
            </a:pPr>
            <a:r>
              <a:t>Detection asks: “Is this a scam?”</a:t>
            </a:r>
            <a:br/>
            <a:r>
              <a:t>Decision defence asks: “What is it trying to make me do, and what should I safely do next?”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How It Works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645920"/>
            <a:ext cx="1060704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/>
            </a:pPr>
            <a:r>
              <a:t>INTAKE → EVIDENCE → HUNTER / SKEPTIC / VERIFIER → ARBITER → MANIPULATION GRAPH → COUNTERFACTUAL VERIFICATION → HUMAN APPROVAL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Adversarial Evidence Arena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645920"/>
            <a:ext cx="1060704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/>
            </a:pPr>
            <a:r>
              <a:t>Hunter builds the attack case.</a:t>
            </a:r>
            <a:br/>
            <a:r>
              <a:t>Skeptic searches for benign explanations.</a:t>
            </a:r>
            <a:br/>
            <a:r>
              <a:t>Verifier identifies evidence that could overturn the conclusion.</a:t>
            </a:r>
            <a:br/>
            <a:r>
              <a:t>Disagreement is exposed, not hidden.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Manipulation Graph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645920"/>
            <a:ext cx="1060704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/>
            </a:pPr>
            <a:r>
              <a:t>Message → fear / urgency → impersonation → requested action.</a:t>
            </a:r>
            <a:br/>
            <a:r>
              <a:t>The user sees where the decision can be interrupted.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Safe Verification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645920"/>
            <a:ext cx="1060704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/>
            </a:pPr>
            <a:r>
              <a:t>If the message were legitimate, what independent evidence should exist?</a:t>
            </a:r>
            <a:br/>
            <a:r>
              <a:t>TRUST//INTERCEPT does not open the suspicious destination.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Evidence Passport + Replay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645920"/>
            <a:ext cx="1060704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/>
            </a:pPr>
            <a:r>
              <a:t>Tools • agents • evidence • decision • human approval • integrity manifest.</a:t>
            </a:r>
            <a:br/>
            <a:r>
              <a:t>Replay is read-only.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Scam Immunity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645920"/>
            <a:ext cx="1060704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/>
            </a:pPr>
            <a:r>
              <a:t>After an incident, the user receives a targeted micro-challenge based on the missed manipulation pattern.</a:t>
            </a:r>
            <a:br/>
            <a:r>
              <a:t>Detect → Learn → Resist.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Evaluation &amp; Security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645920"/>
            <a:ext cx="1060704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/>
            </a:pPr>
            <a:r>
              <a:t>Scam + legitimate + borderline + adversarial cases.</a:t>
            </a:r>
            <a:br/>
            <a:r>
              <a:t>Prompt-injection boundary.</a:t>
            </a:r>
            <a:br/>
            <a:r>
              <a:t>Unsafe network target controls.</a:t>
            </a:r>
            <a:br/>
            <a:r>
              <a:t>Offline deterministic recovery path.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Live Demo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645920"/>
            <a:ext cx="1060704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/>
            </a:pPr>
            <a:r>
              <a:t>Vercel frontend → HTTPS → FastAPI backend → hosted LLM provider.</a:t>
            </a:r>
            <a:br/>
            <a:r>
              <a:t>API keys remain server-side. Offline mode is emergency recovery, not the primary demo.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3-Minute 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645920"/>
            <a:ext cx="1060704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/>
            </a:pPr>
            <a:r>
              <a:t>Parcel scam → investigation → adversarial challenge → independent verification → human approval → replay → immunity.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Closing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645920"/>
            <a:ext cx="1060704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/>
            </a:pPr>
            <a:r>
              <a:t>DON’T JUST DETECT THE SCAM.</a:t>
            </a:r>
            <a:br/>
            <a:r>
              <a:t>INTERCEPT THE DECISION.</a:t>
            </a:r>
            <a:br/>
            <a:br/>
            <a:r>
              <a:t>TRUST//INTERCEPT</a:t>
            </a:r>
            <a:br/>
            <a:r>
              <a:t>Aegis Signal Lab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